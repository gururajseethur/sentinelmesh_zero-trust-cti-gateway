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— context is BIA capstone submission to Spinnaker Analytics. Platform is MISP + OpenCTI integrated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agenda items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objectives from the project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Four-layer architecture: ingestion → correlation → response → visibility. Keycloak and Nginx underpin the entire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14 services deployed via docker compose up -d. Each has a health check endpoint.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TLP marking controls redistribution. Three trust tiers gate contribution rights.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Belt-and-suspenders security: encryption at every layer, network isolation, and PII anonymisation.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Keycloak SSO underpins all auth. MFA is mandatory above Guest tier. RBAC enforced at platform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STIX/TAXII 2.1 is the backbone of all external sharing. n8n handles custom integration 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Kibana dashboards. Alerting rules fire on anomalous API volume, off-hours logins, MFA failures, and mass modifications.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controls mapped across all three frameworks. Full mapping in the XLSX tracker and DOCX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Four-phase rollout across four weeks. 26 of 30 tasks complete. Deadline is May 4,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deliverable package: DOCX + XLSX + PPTX + Docker stack + config guides + DSA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Q&amp;A. Reference the full DOCX report for detailed implementation specifics.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891B2">
              <a:alpha val="7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144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PLATFORM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6060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Security Measures for a Scalable,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Multi-Organization CTI Ecosystem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3383280"/>
            <a:ext cx="41148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Gururaj Seethuru  |  Boston Institute of Analytics, Bengaluru  |  May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CEH v12  •  Master-Diploma in Cyber Security &amp; Ethical Hacking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Covering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402336" cy="3840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4475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4630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47672"/>
            <a:ext cx="402336" cy="3840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4767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19659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 (MISP + OpenCTI)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402336" cy="3840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45059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24688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Sharing &amp; Governance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53512"/>
            <a:ext cx="402336" cy="3840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95351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2688" y="297180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 Controls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456432"/>
            <a:ext cx="402336" cy="3840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45643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347472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MFA &amp; RBAC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444752"/>
            <a:ext cx="402336" cy="3840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44475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30368" y="14630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STIX/TAXII Interoperability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947672"/>
            <a:ext cx="402336" cy="3840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194767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30368" y="19659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Integration &amp; Automation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450592"/>
            <a:ext cx="402336" cy="3840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245059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30368" y="24688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Reporting Dashboards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2953512"/>
            <a:ext cx="402336" cy="3840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295351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30368" y="297180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GDPR | ISO 27001 | NIST CSF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456432"/>
            <a:ext cx="402336" cy="3840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345643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30368" y="347472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Implementation Roadmap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14173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463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Platform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MISP + OpenCTI for multi-org CTI exchange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37560" y="1280160"/>
            <a:ext cx="2651760" cy="14173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28016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48132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1463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29000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agreements, trust models, RBAC controls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17920" y="1280160"/>
            <a:ext cx="2651760" cy="14173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28016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481328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1463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Analysis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09360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detection, IOC enrichment, YARA scanning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2880360"/>
            <a:ext cx="2651760" cy="14173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288036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081528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063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3566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STIX/TAXII 2.1, SIEM/SOAR/IDS-IPS compatibility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337560" y="2880360"/>
            <a:ext cx="2651760" cy="14173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37560" y="288036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3081528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31920" y="3063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429000" y="3566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AES-256, TLS 1.3, MFA, anonymisation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217920" y="2880360"/>
            <a:ext cx="2651760" cy="14173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17920" y="288036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081528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12280" y="3063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309360" y="3566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dashboards, anomaly detection, audit logging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 + OpenCTI Integrated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029968" cy="32004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029968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344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 2.4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/ YARA / Malware Submit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TAXII 2.1 Server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14600" y="1234440"/>
            <a:ext cx="2029968" cy="32004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234440"/>
            <a:ext cx="2029968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12344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24328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OpenCTI 6.x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24328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Graph / STIX2 Import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24328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Pattern Mapping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2029968" cy="32004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234440"/>
            <a:ext cx="2029968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2344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TheHive 5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64608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Analysers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64608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Automation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95160" y="1234440"/>
            <a:ext cx="2029968" cy="32004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95160" y="1234440"/>
            <a:ext cx="2029968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12344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04888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Stack 8.x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04888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Dashboards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104888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Alerts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304288" y="2834640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2697480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44568" y="2834640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2697480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784848" y="2834640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2697480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4320" y="4572000"/>
            <a:ext cx="4206240" cy="384048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4320" y="457200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Keycloak 24 — SSO / MFA / RBAC Identity Provider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4572000"/>
            <a:ext cx="4361688" cy="384048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63440" y="4572000"/>
            <a:ext cx="4361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Nginx — TLS 1.3 Reverse Proxy + Rate Limiting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Stack — 14 Services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627632" cy="10058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162763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41732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81051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 Platform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29968" y="1280160"/>
            <a:ext cx="1627632" cy="10058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29968" y="1280160"/>
            <a:ext cx="162763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41732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opencti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181051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Correlation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85616" y="1280160"/>
            <a:ext cx="1627632" cy="10058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85616" y="1280160"/>
            <a:ext cx="162763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3858768" y="141732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thehive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58768" y="181051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41264" y="1280160"/>
            <a:ext cx="1627632" cy="10058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41264" y="1280160"/>
            <a:ext cx="162763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5614416" y="141732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14416" y="181051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Analysis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96912" y="1280160"/>
            <a:ext cx="1627632" cy="10058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96912" y="1280160"/>
            <a:ext cx="162763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7370064" y="141732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70064" y="181051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Index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468880"/>
            <a:ext cx="1627632" cy="10058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468880"/>
            <a:ext cx="162763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260604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" y="299923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29968" y="2468880"/>
            <a:ext cx="1627632" cy="10058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029968" y="2468880"/>
            <a:ext cx="162763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2103120" y="260604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logstash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103120" y="299923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Pipeline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85616" y="2468880"/>
            <a:ext cx="1627632" cy="10058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85616" y="2468880"/>
            <a:ext cx="1627632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5" name="Text 33"/>
          <p:cNvSpPr/>
          <p:nvPr/>
        </p:nvSpPr>
        <p:spPr>
          <a:xfrm>
            <a:off x="3858768" y="260604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858768" y="299923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/ MFA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41264" y="2468880"/>
            <a:ext cx="1627632" cy="10058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541264" y="2468880"/>
            <a:ext cx="1627632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9" name="Text 37"/>
          <p:cNvSpPr/>
          <p:nvPr/>
        </p:nvSpPr>
        <p:spPr>
          <a:xfrm>
            <a:off x="5614416" y="260604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614416" y="299923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Proxy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296912" y="2468880"/>
            <a:ext cx="1627632" cy="10058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96912" y="2468880"/>
            <a:ext cx="1627632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3" name="Text 41"/>
          <p:cNvSpPr/>
          <p:nvPr/>
        </p:nvSpPr>
        <p:spPr>
          <a:xfrm>
            <a:off x="7370064" y="260604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370064" y="299923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657600"/>
            <a:ext cx="1627632" cy="10058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4320" y="3657600"/>
            <a:ext cx="1627632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7" name="Text 45"/>
          <p:cNvSpPr/>
          <p:nvPr/>
        </p:nvSpPr>
        <p:spPr>
          <a:xfrm>
            <a:off x="347472" y="379476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47472" y="418795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Queue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029968" y="3657600"/>
            <a:ext cx="1627632" cy="10058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029968" y="3657600"/>
            <a:ext cx="1627632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1" name="Text 49"/>
          <p:cNvSpPr/>
          <p:nvPr/>
        </p:nvSpPr>
        <p:spPr>
          <a:xfrm>
            <a:off x="2103120" y="379476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2103120" y="418795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785616" y="3657600"/>
            <a:ext cx="1627632" cy="10058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785616" y="3657600"/>
            <a:ext cx="1627632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5" name="Text 53"/>
          <p:cNvSpPr/>
          <p:nvPr/>
        </p:nvSpPr>
        <p:spPr>
          <a:xfrm>
            <a:off x="3858768" y="379476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858768" y="418795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 Database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541264" y="3657600"/>
            <a:ext cx="1627632" cy="10058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541264" y="3657600"/>
            <a:ext cx="1627632" cy="54864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59" name="Text 57"/>
          <p:cNvSpPr/>
          <p:nvPr/>
        </p:nvSpPr>
        <p:spPr>
          <a:xfrm>
            <a:off x="5614416" y="379476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614416" y="418795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Sharing Agreements &amp; Trust Models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65960" cy="1554480"/>
          </a:xfrm>
          <a:prstGeom prst="rect">
            <a:avLst/>
          </a:prstGeom>
          <a:solidFill>
            <a:srgbClr val="EEEEE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63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TLP:WHITE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sharing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restrictions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417320"/>
            <a:ext cx="1965960" cy="155448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463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TLP:GREEN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97480" y="20116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sharing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members only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1965960" cy="1554480"/>
          </a:xfrm>
          <a:prstGeom prst="rect">
            <a:avLst/>
          </a:prstGeom>
          <a:solidFill>
            <a:srgbClr val="E6510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463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TLP:AMBER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0116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distribution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Need-to-know basis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417320"/>
            <a:ext cx="1965960" cy="1554480"/>
          </a:xfrm>
          <a:prstGeom prst="rect">
            <a:avLst/>
          </a:prstGeom>
          <a:solidFill>
            <a:srgbClr val="B71C1C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463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TLP:RED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95160" y="20116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only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redistribution permitted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Tiers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2651760" cy="10972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657600"/>
            <a:ext cx="54864" cy="109728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703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member — org-scoped only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37560" y="3657600"/>
            <a:ext cx="2651760" cy="10972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37560" y="3657600"/>
            <a:ext cx="54864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3703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validated IOCs — TLP:GREEN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657600"/>
            <a:ext cx="2651760" cy="10972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365760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3703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DSA — TLP:AMBER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Anonymisation &amp; Network Segmentation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206240" cy="10972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50876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4173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at Rest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82880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tablespace encryption + LUKS2 volume encryption for all Docker persistent mounts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2560320"/>
            <a:ext cx="4206240" cy="10972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56032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743200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26517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in Transit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60120" y="306324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terminates external TLS; all inter-service calls use TLS 1.2+ minimum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4320" y="3794760"/>
            <a:ext cx="4206240" cy="10972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379476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977640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8862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Anonymisation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60120" y="429768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 warninglist filters, PII scrubbing via Logstash pipeline, org identity masking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1325880"/>
            <a:ext cx="4206240" cy="10972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132588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508760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14173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40680" y="182880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isolated Docker bridge networks — frontend, backend, ir-net, identity-net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754880" y="2560320"/>
            <a:ext cx="4206240" cy="10972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754880" y="256032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743200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40680" y="26517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Encrypt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40680" y="306324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SSE-S3 with AES-256 for all MISP exports and OpenCTI file uploads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754880" y="3794760"/>
            <a:ext cx="4206240" cy="10972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54880" y="379476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977640"/>
            <a:ext cx="438912" cy="4389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40680" y="38862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Encryption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440680" y="429768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backups encrypted with GnuPG AES-256; stored off-host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SSO + MFA + RBAC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371600" cy="8229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Browser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1554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0" y="1371600"/>
            <a:ext cx="1371600" cy="822960"/>
          </a:xfrm>
          <a:prstGeom prst="rect">
            <a:avLst/>
          </a:prstGeom>
          <a:solidFill>
            <a:srgbClr val="4B556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554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1371600" cy="8229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OIDC/MFA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37760" y="1371600"/>
            <a:ext cx="1371600" cy="8229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OpenCTI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554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92240" y="1371600"/>
            <a:ext cx="1371600" cy="822960"/>
          </a:xfrm>
          <a:prstGeom prst="rect">
            <a:avLst/>
          </a:prstGeom>
          <a:solidFill>
            <a:srgbClr val="3FB9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Hierarchy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2194560" cy="25603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8346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88920" y="2834640"/>
            <a:ext cx="3200400" cy="25603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3" name="Text 21"/>
          <p:cNvSpPr/>
          <p:nvPr/>
        </p:nvSpPr>
        <p:spPr>
          <a:xfrm>
            <a:off x="2788920" y="28346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Public Events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127248"/>
            <a:ext cx="2194560" cy="25603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1272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88920" y="3127248"/>
            <a:ext cx="3200400" cy="25603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7" name="Text 25"/>
          <p:cNvSpPr/>
          <p:nvPr/>
        </p:nvSpPr>
        <p:spPr>
          <a:xfrm>
            <a:off x="2788920" y="31272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IOCs + View Restricted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19856"/>
            <a:ext cx="2194560" cy="25603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4198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Analyst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88920" y="3419856"/>
            <a:ext cx="3200400" cy="25603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1" name="Text 29"/>
          <p:cNvSpPr/>
          <p:nvPr/>
        </p:nvSpPr>
        <p:spPr>
          <a:xfrm>
            <a:off x="2788920" y="34198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 + Malware Submit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712464"/>
            <a:ext cx="2194560" cy="25603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7124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 Lead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88920" y="3712464"/>
            <a:ext cx="3200400" cy="25603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5" name="Text 33"/>
          <p:cNvSpPr/>
          <p:nvPr/>
        </p:nvSpPr>
        <p:spPr>
          <a:xfrm>
            <a:off x="2788920" y="37124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+ Manage Feeds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005072"/>
            <a:ext cx="2194560" cy="25603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0050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Engineer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88920" y="4005072"/>
            <a:ext cx="3200400" cy="25603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9" name="Text 37"/>
          <p:cNvSpPr/>
          <p:nvPr/>
        </p:nvSpPr>
        <p:spPr>
          <a:xfrm>
            <a:off x="2788920" y="40050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Tools + Feeds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297680"/>
            <a:ext cx="219456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2976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88920" y="4297680"/>
            <a:ext cx="3200400" cy="25603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3" name="Text 41"/>
          <p:cNvSpPr/>
          <p:nvPr/>
        </p:nvSpPr>
        <p:spPr>
          <a:xfrm>
            <a:off x="2788920" y="42976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590288"/>
            <a:ext cx="2194560" cy="25603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5902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/ Executive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88920" y="4590288"/>
            <a:ext cx="3200400" cy="25603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7" name="Text 45"/>
          <p:cNvSpPr/>
          <p:nvPr/>
        </p:nvSpPr>
        <p:spPr>
          <a:xfrm>
            <a:off x="2788920" y="45902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+ Reports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17920" y="2423160"/>
            <a:ext cx="2743200" cy="25146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217920" y="242316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0" name="Text 48"/>
          <p:cNvSpPr/>
          <p:nvPr/>
        </p:nvSpPr>
        <p:spPr>
          <a:xfrm>
            <a:off x="6217920" y="2487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Details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309360" y="29260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TOTP (SHA-1, 6-digit, 30s)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309360" y="327355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Auth / Authy / FIDO2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309360" y="362102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Mandatory: Analyst role+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309360" y="396849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Grace period: 0 days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309360" y="43159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Recovery: Admin-initiated only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2.1 + TAXII 2.1 + SIEM/SOAR Bridges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371600" cy="8229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1554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0" y="1371600"/>
            <a:ext cx="1371600" cy="8229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2.1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554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1371600" cy="8229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TAXII 2.1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37760" y="1371600"/>
            <a:ext cx="1371600" cy="8229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OpenCTI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554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92240" y="1371600"/>
            <a:ext cx="1371600" cy="822960"/>
          </a:xfrm>
          <a:prstGeom prst="rect">
            <a:avLst/>
          </a:prstGeom>
          <a:solidFill>
            <a:srgbClr val="3FB9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2423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Matrix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34640"/>
          <a:ext cx="8595360" cy="210312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657600"/>
              </a:tblGrid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F6FC"/>
                          </a:solidFill>
                        </a:rPr>
                        <a:t>Integration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F6FC"/>
                          </a:solidFill>
                        </a:rPr>
                        <a:t>Method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F6FC"/>
                          </a:solidFill>
                        </a:rPr>
                        <a:t>Data Flow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</a:rPr>
                        <a:t>Wazuh → MISP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</a:rPr>
                        <a:t>Python wazuh-misp connector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</a:rPr>
                        <a:t>Wazuh alert → MISP event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MISP → Elastic SIEM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Elastic Fleet + MISP module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IOC events → ECS fields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</a:rPr>
                        <a:t>MISP → Suricata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</a:rPr>
                        <a:t>n8n automation + SSH push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</a:rPr>
                        <a:t>MISP IOCs → Snort/Suricata rules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TheHive ↔ MISP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Native TheHive-MISP connector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Bidirectional event + sighting sync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</a:rPr>
                        <a:t>OpenCTI → STIX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</a:rPr>
                        <a:t>Built-in STIX2 API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</a:rPr>
                        <a:t>All entities exportable as STIX bundle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Dashboards &amp; Anomaly Alerting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651760" cy="16002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2704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4630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Overview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21031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types &amp; TLP distribution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54680" y="1325880"/>
            <a:ext cx="2651760" cy="16002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132588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52704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94760" y="14630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Feed Analytics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246120" y="21031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reliability &amp; YARA hits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1325880"/>
            <a:ext cx="2651760" cy="16002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0" y="132588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527048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14630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Activity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26480" y="21031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publish rate &amp; org volume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1572768" y="3200400"/>
            <a:ext cx="2651760" cy="16002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572768" y="3200400"/>
            <a:ext cx="2651760" cy="54864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928" y="3401568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212848" y="33375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664208" y="39776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by severity &amp; case status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453128" y="3200400"/>
            <a:ext cx="2651760" cy="16002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53128" y="3200400"/>
            <a:ext cx="2651760" cy="54864"/>
          </a:xfrm>
          <a:prstGeom prst="rect">
            <a:avLst/>
          </a:prstGeom>
          <a:solidFill>
            <a:srgbClr val="F0883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3401568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93208" y="33375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Log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44568" y="39776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events &amp; anomaly scores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 |  ISO 27001  |  NIST CSF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43200" cy="35661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274320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25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4048" y="1965960"/>
            <a:ext cx="2523744" cy="548640"/>
          </a:xfrm>
          <a:prstGeom prst="rect">
            <a:avLst/>
          </a:prstGeom>
          <a:solidFill>
            <a:srgbClr val="0D111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2996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99339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 — Data minimisation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84048" y="2679192"/>
            <a:ext cx="2523744" cy="548640"/>
          </a:xfrm>
          <a:prstGeom prst="rect">
            <a:avLst/>
          </a:prstGeom>
          <a:solidFill>
            <a:srgbClr val="0D111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270662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17 — Right to erasure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84048" y="3392424"/>
            <a:ext cx="2523744" cy="548640"/>
          </a:xfrm>
          <a:prstGeom prst="rect">
            <a:avLst/>
          </a:prstGeom>
          <a:solidFill>
            <a:srgbClr val="0D111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5643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341985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25 — Privacy by design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84048" y="4105656"/>
            <a:ext cx="2523744" cy="548640"/>
          </a:xfrm>
          <a:prstGeom prst="rect">
            <a:avLst/>
          </a:prstGeom>
          <a:solidFill>
            <a:srgbClr val="0D111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69664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" y="413308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32 — Security of processing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218688" y="1325880"/>
            <a:ext cx="2743200" cy="35661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218688" y="1325880"/>
            <a:ext cx="2743200" cy="5029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2" name="Text 16"/>
          <p:cNvSpPr/>
          <p:nvPr/>
        </p:nvSpPr>
        <p:spPr>
          <a:xfrm>
            <a:off x="3218688" y="1325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3328416" y="1965960"/>
            <a:ext cx="2523744" cy="548640"/>
          </a:xfrm>
          <a:prstGeom prst="rect">
            <a:avLst/>
          </a:prstGeom>
          <a:solidFill>
            <a:srgbClr val="0D1117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2029968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721608" y="199339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A.9 — Access control (RBAC+MFA)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3328416" y="2679192"/>
            <a:ext cx="2523744" cy="548640"/>
          </a:xfrm>
          <a:prstGeom prst="rect">
            <a:avLst/>
          </a:prstGeom>
          <a:solidFill>
            <a:srgbClr val="0D1117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568" y="2743200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721608" y="270662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A.10 — Cryptography (AES-256)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3328416" y="3392424"/>
            <a:ext cx="2523744" cy="548640"/>
          </a:xfrm>
          <a:prstGeom prst="rect">
            <a:avLst/>
          </a:prstGeom>
          <a:solidFill>
            <a:srgbClr val="0D1117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456432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721608" y="341985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A.12 — Logging (ELK audit)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3328416" y="4105656"/>
            <a:ext cx="2523744" cy="548640"/>
          </a:xfrm>
          <a:prstGeom prst="rect">
            <a:avLst/>
          </a:prstGeom>
          <a:solidFill>
            <a:srgbClr val="0D1117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1568" y="4169664"/>
            <a:ext cx="256032" cy="25603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721608" y="413308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A.16 — Incident mgmt (TheHive)</a:t>
            </a:r>
            <a:endParaRPr lang="en-US" sz="1050" dirty="0"/>
          </a:p>
        </p:txBody>
      </p:sp>
      <p:sp>
        <p:nvSpPr>
          <p:cNvPr id="35" name="Shape 25"/>
          <p:cNvSpPr/>
          <p:nvPr/>
        </p:nvSpPr>
        <p:spPr>
          <a:xfrm>
            <a:off x="6163056" y="1325880"/>
            <a:ext cx="2743200" cy="35661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6163056" y="1325880"/>
            <a:ext cx="274320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7" name="Text 27"/>
          <p:cNvSpPr/>
          <p:nvPr/>
        </p:nvSpPr>
        <p:spPr>
          <a:xfrm>
            <a:off x="6163056" y="1325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</a:t>
            </a:r>
            <a:endParaRPr lang="en-US" sz="1800" dirty="0"/>
          </a:p>
        </p:txBody>
      </p:sp>
      <p:sp>
        <p:nvSpPr>
          <p:cNvPr id="38" name="Shape 28"/>
          <p:cNvSpPr/>
          <p:nvPr/>
        </p:nvSpPr>
        <p:spPr>
          <a:xfrm>
            <a:off x="6272784" y="1965960"/>
            <a:ext cx="2523744" cy="548640"/>
          </a:xfrm>
          <a:prstGeom prst="rect">
            <a:avLst/>
          </a:prstGeom>
          <a:solidFill>
            <a:srgbClr val="0D1117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5936" y="2029968"/>
            <a:ext cx="256032" cy="25603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665976" y="199339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ID.AM — Asset management</a:t>
            </a:r>
            <a:endParaRPr lang="en-US" sz="1050" dirty="0"/>
          </a:p>
        </p:txBody>
      </p:sp>
      <p:sp>
        <p:nvSpPr>
          <p:cNvPr id="41" name="Shape 30"/>
          <p:cNvSpPr/>
          <p:nvPr/>
        </p:nvSpPr>
        <p:spPr>
          <a:xfrm>
            <a:off x="6272784" y="2679192"/>
            <a:ext cx="2523744" cy="548640"/>
          </a:xfrm>
          <a:prstGeom prst="rect">
            <a:avLst/>
          </a:prstGeom>
          <a:solidFill>
            <a:srgbClr val="0D1117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5936" y="2743200"/>
            <a:ext cx="256032" cy="25603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665976" y="270662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PR.AC — Access control</a:t>
            </a:r>
            <a:endParaRPr lang="en-US" sz="1050" dirty="0"/>
          </a:p>
        </p:txBody>
      </p:sp>
      <p:sp>
        <p:nvSpPr>
          <p:cNvPr id="44" name="Shape 32"/>
          <p:cNvSpPr/>
          <p:nvPr/>
        </p:nvSpPr>
        <p:spPr>
          <a:xfrm>
            <a:off x="6272784" y="3392424"/>
            <a:ext cx="2523744" cy="548640"/>
          </a:xfrm>
          <a:prstGeom prst="rect">
            <a:avLst/>
          </a:prstGeom>
          <a:solidFill>
            <a:srgbClr val="0D1117"/>
          </a:solidFill>
          <a:ln/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5936" y="3456432"/>
            <a:ext cx="256032" cy="256032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6665976" y="341985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DE.CM — Continuous monitoring</a:t>
            </a:r>
            <a:endParaRPr lang="en-US" sz="1050" dirty="0"/>
          </a:p>
        </p:txBody>
      </p:sp>
      <p:sp>
        <p:nvSpPr>
          <p:cNvPr id="47" name="Shape 34"/>
          <p:cNvSpPr/>
          <p:nvPr/>
        </p:nvSpPr>
        <p:spPr>
          <a:xfrm>
            <a:off x="6272784" y="4105656"/>
            <a:ext cx="2523744" cy="548640"/>
          </a:xfrm>
          <a:prstGeom prst="rect">
            <a:avLst/>
          </a:prstGeom>
          <a:solidFill>
            <a:srgbClr val="0D1117"/>
          </a:solidFill>
          <a:ln/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5936" y="4169664"/>
            <a:ext cx="256032" cy="256032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6665976" y="413308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RS.AN — Incident analysis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029968" cy="35661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202996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984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359152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4944" y="233172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 + OpenCTI Docker deploy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01752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" y="299008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TLS setup</a:t>
            </a:r>
            <a:endParaRPr lang="en-US" sz="10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7588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" y="3648456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 + MinIO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2487168" y="1280160"/>
            <a:ext cx="2029968" cy="35661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487168" y="1280160"/>
            <a:ext cx="2029968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3"/>
          <p:cNvSpPr/>
          <p:nvPr/>
        </p:nvSpPr>
        <p:spPr>
          <a:xfrm>
            <a:off x="2487168" y="12984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2487168" y="1554480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2578608" y="192024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28" y="2359152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907792" y="233172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SSO + MFA</a:t>
            </a:r>
            <a:endParaRPr lang="en-US" sz="10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4328" y="3017520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907792" y="299008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groups configured</a:t>
            </a:r>
            <a:endParaRPr lang="en-US" sz="10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4328" y="3675888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907792" y="3648456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+ TLS hardening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4700016" y="1280160"/>
            <a:ext cx="2029968" cy="35661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4700016" y="1280160"/>
            <a:ext cx="2029968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1"/>
          <p:cNvSpPr/>
          <p:nvPr/>
        </p:nvSpPr>
        <p:spPr>
          <a:xfrm>
            <a:off x="4700016" y="12984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4700016" y="1554480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4791456" y="192024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10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7176" y="2359152"/>
            <a:ext cx="228600" cy="2286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120640" y="233172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STIX/TAXII feed config</a:t>
            </a:r>
            <a:endParaRPr lang="en-US" sz="105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7176" y="3017520"/>
            <a:ext cx="228600" cy="2286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20640" y="299008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TheHive + Cortex deploy</a:t>
            </a:r>
            <a:endParaRPr lang="en-US" sz="105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7176" y="3675888"/>
            <a:ext cx="228600" cy="22860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120640" y="3648456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automation workflows</a:t>
            </a:r>
            <a:endParaRPr lang="en-US" sz="1050" dirty="0"/>
          </a:p>
        </p:txBody>
      </p:sp>
      <p:sp>
        <p:nvSpPr>
          <p:cNvPr id="38" name="Shape 27"/>
          <p:cNvSpPr/>
          <p:nvPr/>
        </p:nvSpPr>
        <p:spPr>
          <a:xfrm>
            <a:off x="6912864" y="1280160"/>
            <a:ext cx="2029968" cy="35661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6912864" y="1280160"/>
            <a:ext cx="2029968" cy="5029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0" name="Text 29"/>
          <p:cNvSpPr/>
          <p:nvPr/>
        </p:nvSpPr>
        <p:spPr>
          <a:xfrm>
            <a:off x="6912864" y="12984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6912864" y="1554480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000" dirty="0"/>
          </a:p>
        </p:txBody>
      </p:sp>
      <p:sp>
        <p:nvSpPr>
          <p:cNvPr id="42" name="Text 31"/>
          <p:cNvSpPr/>
          <p:nvPr/>
        </p:nvSpPr>
        <p:spPr>
          <a:xfrm>
            <a:off x="7004304" y="192024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0024" y="2359152"/>
            <a:ext cx="228600" cy="22860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7333488" y="233172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Stack + Kibana dash</a:t>
            </a:r>
            <a:endParaRPr lang="en-US" sz="105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0024" y="3017520"/>
            <a:ext cx="228600" cy="22860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7333488" y="299008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alert rules</a:t>
            </a:r>
            <a:endParaRPr lang="en-US" sz="1050" dirty="0"/>
          </a:p>
        </p:txBody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50024" y="3675888"/>
            <a:ext cx="228600" cy="228600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7333488" y="3648456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documentation</a:t>
            </a:r>
            <a:endParaRPr lang="en-US" sz="1050" dirty="0"/>
          </a:p>
        </p:txBody>
      </p:sp>
      <p:sp>
        <p:nvSpPr>
          <p:cNvPr id="49" name="Shape 35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50" name="Text 36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26/30 tasks complete   |   ⏳  4 tasks in progress   |   🎯  Submission deadline: 04 May 2026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Being Submitted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206240" cy="10972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54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4173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(DOCX)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18288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chapters, 40+ pages — full architecture, security, compliance, training guide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206240" cy="10972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32588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5544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4173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(XLSX)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257800" y="18288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sheets: Implementation Checklist, RBAC Matrix, Compliance Mapping, Tool Inventory, Dashboard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4320" y="2560320"/>
            <a:ext cx="4206240" cy="10972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256032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889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26517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(PPTX)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68680" y="306324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13-slide executive deck covering all project domains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63440" y="2560320"/>
            <a:ext cx="4206240" cy="10972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256032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7889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57800" y="26517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Stack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57800" y="306324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14-service production-ready deployment configuration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274320" y="3794760"/>
            <a:ext cx="4206240" cy="10972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74320" y="379476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02336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8680" y="38862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STIX/TAXII Config Guide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868680" y="429768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MISP TAXII setup and OpenCTI connector configuration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663440" y="3794760"/>
            <a:ext cx="4206240" cy="10972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63440" y="379476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402336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57800" y="38862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Sharing Agreement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257800" y="429768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framework, TLP policy, trust model, RBAC policy documents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5093208"/>
            <a:ext cx="9034272" cy="50292"/>
          </a:xfrm>
          <a:prstGeom prst="rect">
            <a:avLst/>
          </a:prstGeom>
          <a:solidFill>
            <a:srgbClr val="0891B2">
              <a:alpha val="7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0" y="3246120"/>
            <a:ext cx="2743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Gururaj Seethuru  |  CEH v12  |  BIA Bengaluru  |  May 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8404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Spinnaker Analytics  |  projects@spinnakeranalytics.us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25196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Stack: MISP 2.4 + OpenCTI 6 + TheHive 5 + ELK 8 + Keycloak 24 + Docker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Threat Intelligence Sharing Platform</dc:title>
  <dc:subject>PptxGenJS Presentation</dc:subject>
  <dc:creator>Gururaj Seethuru</dc:creator>
  <cp:lastModifiedBy>Gururaj Seethuru</cp:lastModifiedBy>
  <cp:revision>1</cp:revision>
  <dcterms:created xsi:type="dcterms:W3CDTF">2026-04-19T11:05:20Z</dcterms:created>
  <dcterms:modified xsi:type="dcterms:W3CDTF">2026-04-19T11:05:20Z</dcterms:modified>
</cp:coreProperties>
</file>